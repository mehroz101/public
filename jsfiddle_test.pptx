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BONJOUR - CIAO - GUTEN TAG - HELLO - HOLA - NAMASTE - OLÀ - ZDRAS-TVUY-TE - こんにちは - 你好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2026-05-14T16:59:23Z</dcterms:created>
  <dcterms:modified xsi:type="dcterms:W3CDTF">2026-05-14T16:59:23Z</dcterms:modified>
</cp:coreProperties>
</file>